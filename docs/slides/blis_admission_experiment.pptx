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2FF"/>
                </a:solidFill>
              </a:rPr>
              <a:t>BLIS Admission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EE"/>
                </a:solidFill>
              </a:rPr>
              <a:t>Discovering adaptive admission policies for LLM inference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using SkyDiscover + OpenEvolve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607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DDEE"/>
                </a:solidFill>
              </a:rPr>
              <a:t>Experiment</a:t>
            </a:r>
            <a:r>
              <a:rPr sz="1400" b="0" i="0">
                <a:solidFill>
                  <a:srgbClr val="CCDDEE"/>
                </a:solidFill>
              </a:rPr>
              <a:t>:  •  </a:t>
            </a:r>
            <a:r>
              <a:rPr sz="1400" b="0" i="0" dirty="0">
                <a:solidFill>
                  <a:srgbClr val="CCDDEE"/>
                </a:solidFill>
              </a:rPr>
              <a:t>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4754880"/>
            <a:ext cx="26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2ECC71"/>
                </a:solidFill>
              </a:rPr>
              <a:t>+</a:t>
            </a:r>
            <a:r>
              <a:rPr lang="en-US" sz="2800" b="1" i="0" dirty="0">
                <a:solidFill>
                  <a:srgbClr val="2ECC71"/>
                </a:solidFill>
              </a:rPr>
              <a:t>60</a:t>
            </a:r>
            <a:r>
              <a:rPr sz="2800" b="1" i="0" dirty="0">
                <a:solidFill>
                  <a:srgbClr val="2ECC71"/>
                </a:solidFill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257800"/>
            <a:ext cx="2651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CCDDEE"/>
                </a:solidFill>
              </a:rPr>
              <a:t>SLO attainment</a:t>
            </a:r>
            <a:r>
              <a:rPr sz="1300" b="0" i="0" dirty="0">
                <a:solidFill>
                  <a:srgbClr val="CCDDEE"/>
                </a:solidFill>
              </a:rPr>
              <a:t> 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26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0C2FF"/>
                </a:solidFill>
              </a:rPr>
              <a:t>7x</a:t>
            </a:r>
            <a:endParaRPr sz="2800" b="1" i="0" dirty="0">
              <a:solidFill>
                <a:srgbClr val="00C2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5257800"/>
            <a:ext cx="2651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CCDDEE"/>
                </a:solidFill>
              </a:rPr>
              <a:t>E2e latency speedup</a:t>
            </a:r>
            <a:endParaRPr sz="1300" b="0" i="0" dirty="0">
              <a:solidFill>
                <a:srgbClr val="CCDDE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8096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30 iters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257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OpenEvolve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The Problem: Overloaded LLM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happens when too many requests arrive at once?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4-Instance Cluster  (qwen2.5-7b / H100)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88336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3904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4754880" cy="411480"/>
          </a:xfrm>
          <a:prstGeom prst="rect">
            <a:avLst/>
          </a:prstGeom>
          <a:solidFill>
            <a:srgbClr val="0A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✓  Capacity: ~160 req/s    →    2× overload = 320 req/s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Without Admission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91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6916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Critical requests queue behind batch 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1671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P95 latency explodes: 994ms SLO → 15,000ms 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6426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64261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critical SLO attainment: only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1181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11810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Throughput looks fine — but quality of service is broken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246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SLO Classes &amp; Priorities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1664207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3675887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657600"/>
            <a:ext cx="1481328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76272" y="3675887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Priority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657600"/>
            <a:ext cx="1572768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30752" y="3675887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SLO Target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657600"/>
            <a:ext cx="1847088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76672" y="3675887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Weight in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657600"/>
            <a:ext cx="2029967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96912" y="3675887"/>
            <a:ext cx="1956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Fraction of Traffic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41648"/>
            <a:ext cx="1664207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4059936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4041648"/>
            <a:ext cx="1481328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76272" y="4059936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Highest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4041648"/>
            <a:ext cx="1572768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30752" y="4059936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994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4041648"/>
            <a:ext cx="1847088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76672" y="4059936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041648"/>
            <a:ext cx="2029967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96912" y="4059936"/>
            <a:ext cx="1956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425696"/>
            <a:ext cx="1664207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8912" y="4443984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4425696"/>
            <a:ext cx="1481328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76272" y="4443984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425696"/>
            <a:ext cx="1572768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30752" y="444398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3,185 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4425696"/>
            <a:ext cx="1847088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76672" y="4443984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4425696"/>
            <a:ext cx="2029967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96912" y="4443984"/>
            <a:ext cx="1956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809744"/>
            <a:ext cx="1664207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8912" y="482803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sheddable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4809744"/>
            <a:ext cx="1481328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76272" y="4828032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809744"/>
            <a:ext cx="1572768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30752" y="4828032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9,948 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4809744"/>
            <a:ext cx="1847088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376672" y="4828032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23760" y="4809744"/>
            <a:ext cx="2029967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96912" y="4828032"/>
            <a:ext cx="1956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193792"/>
            <a:ext cx="1664207" cy="347472"/>
          </a:xfrm>
          <a:prstGeom prst="rect">
            <a:avLst/>
          </a:prstGeom>
          <a:solidFill>
            <a:srgbClr val="2A2A1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8912" y="52120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batch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03120" y="5193792"/>
            <a:ext cx="1481328" cy="347472"/>
          </a:xfrm>
          <a:prstGeom prst="rect">
            <a:avLst/>
          </a:prstGeom>
          <a:solidFill>
            <a:srgbClr val="2A2A1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176272" y="5212080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Lowest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0" y="5193792"/>
            <a:ext cx="1572768" cy="347472"/>
          </a:xfrm>
          <a:prstGeom prst="rect">
            <a:avLst/>
          </a:prstGeom>
          <a:solidFill>
            <a:srgbClr val="2A2A1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730752" y="521208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33,340 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3520" y="5193792"/>
            <a:ext cx="1847088" cy="347472"/>
          </a:xfrm>
          <a:prstGeom prst="rect">
            <a:avLst/>
          </a:prstGeom>
          <a:solidFill>
            <a:srgbClr val="2A2A1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376672" y="5212080"/>
            <a:ext cx="1773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23760" y="5193792"/>
            <a:ext cx="2029967" cy="347472"/>
          </a:xfrm>
          <a:prstGeom prst="rect">
            <a:avLst/>
          </a:prstGeom>
          <a:solidFill>
            <a:srgbClr val="2A2A1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96912" y="5212080"/>
            <a:ext cx="19568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Initial Program &amp; What We 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A Go function that decides: admit or reject each request?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admission.go 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AlwaysAdmit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476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Baseline — admits everything (never used after init)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68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TokenBucket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3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Rate-limiter reference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26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RejectAll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Pathological test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2"/>
            <a:ext cx="5303520" cy="566928"/>
          </a:xfrm>
          <a:prstGeom prst="rect">
            <a:avLst/>
          </a:prstGeom>
          <a:solidFill>
            <a:srgbClr val="0A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85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AdaptiveAdmission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227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← This is what the LLM evolves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The EVOLVE-BLOCK  (only this changes)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627632"/>
            <a:ext cx="5943600" cy="4114800"/>
          </a:xfrm>
          <a:prstGeom prst="rect">
            <a:avLst/>
          </a:prstGeom>
          <a:solidFill>
            <a:srgbClr val="08142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17556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// EVOLVE-BLOCK-START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020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22860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// Available signals: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55117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sloClass   // critical/standard/...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81635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totalInFlight / numInstances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0815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tenantID, inputLen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34670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a.tenantTokens[tenantID]   //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61187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38770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// Baseline just admits all: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142231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return true, ""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74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467258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// LLM discovers better logic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93775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52029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// EVOLVE-BLOCK-END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solidFill>
            <a:srgbClr val="0A201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1996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🔒  Only the EVOLVE-BLOCK is mutated. All signals are pre-computed above it. State maps are pre-initialized. No struct changes allowed — Go must compile cleanly.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Evaluation 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Two realistic overload scenarios at 320 req/s (2× cluster capacity)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806440" cy="539496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Workload 1: overload_mixed_slo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Sustained 2× overload — steady Poisson arrivals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677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130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305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128 tok input, streaming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6883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tenant-std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260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FF"/>
                </a:solidFill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88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88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256 tok input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34670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584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sheddable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4472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472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256 tok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68496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0050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2428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1056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056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512 tok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1081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FF"/>
                </a:solidFill>
              </a:rPr>
              <a:t>💡 Tests: Can the policy shed batch to protect critical under sustained overload?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188720"/>
            <a:ext cx="5806440" cy="539496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Workload 2: bursty_adversary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600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Burst isolation — gamma-distributed batch arrivals (CV=4)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993392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tenant-crit-1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22677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130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1305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128 tok, steady Poisson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651760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26883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tenant-crit-2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29260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critical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788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7889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128 tok, steady Poisson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310128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11112" y="334670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tenant-std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3584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FF"/>
                </a:solidFill>
              </a:rPr>
              <a:t>standard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4472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4472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256 tok, steady Poisson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968496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40050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tenant-batch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42428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batch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1056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25%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056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768 tok, γ CV=4 (bursty!)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4626864"/>
            <a:ext cx="5486400" cy="566928"/>
          </a:xfrm>
          <a:prstGeom prst="rect">
            <a:avLst/>
          </a:prstGeom>
          <a:solidFill>
            <a:srgbClr val="102235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11112" y="46634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tenant-shed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490118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sheddable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47640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47640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512 tok, γ CV=3 (bursty!)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1081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💡 Tests: Does policy protect critical during bursts without over-rejecting in calm?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How We Score Each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Multi-objective: SLO quality + throughput +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solidFill>
            <a:srgbClr val="08201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score  =  0.50 × weighted_SLO  +  0.30 × capped_throughput  +  0.20 × Jain_fairness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Weighted SLO 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Per-class SLO attainment, weighted by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critical=4×,  standard=2×,  sheddable=1×,  batch=0.5×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KEY RULE: Rejected batch/sheddable are EXCLUDED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from denominator — shedding them is CORRECT,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not a penalty. Rejected critical = SLO miss.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Capped Throughput  (30%)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min(completed / total,  0.50) / 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Shedding up to 50% of requests is FREE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full throughput credit. Only over-shedding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(&gt;50%) is penalized.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→ Rewards moderate shedding strategies.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4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Jain Fairness  (20%)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Jain index over per-tenant completion rates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75904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( Σ xᵢ )²  /  ( N × Σ xᵢ²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75904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N = all tenants in workload spec.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Prevents 'admit only one tenant' exploits.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989320"/>
            <a:ext cx="11521440" cy="621792"/>
          </a:xfrm>
          <a:prstGeom prst="rect">
            <a:avLst/>
          </a:prstGeom>
          <a:solidFill>
            <a:srgbClr val="10221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00760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Baseline (always-admit) at 2× overload:   SLO=0.249   Throughput=1.0   Fairness=1.0   →   Score ≈ 0.62
Oracle (ideal shedder):                   SLO≈0.87    Throughput=1.0   Fairness≈0.75  →   Score ≈ 0.85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System Prompt &amp; LLM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we tell the LLM — and what we deliberately leave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Models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4114800" cy="105156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Claude Sonnet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Weight: 70%  •  Primary search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Temp 1.0  •  Max 32k tokens  •  120s timeout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98648"/>
            <a:ext cx="4114800" cy="105156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Claude Opus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9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Weight: 30%  •  Occasional deep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Temp 1.0  •  Max 32k tokens  •  120s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5648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55648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Max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32,000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5536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45536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120s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2344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System Prompt  — what's IN and what's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 Included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0299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Problem context: 4-instance cluster, 2×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4323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Scoring formula with exact weights and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834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Baseline score (~0.62) and oracle target (~0.85)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369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All available signals + state maps explained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Compilation rules (valid Go, no new struct fields)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Shed-tolerant scoring explained (rejected ≠ SLO miss)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664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🚫  Deliberately withheld  (to force real discovery)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02996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Specific signal names to use  (e.g. totalInFlight)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505456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Threshold values  (no '&gt; 15' or '&gt; 30')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98094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Which SLO classes to shed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5643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Whether to use stateful or stateless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434840"/>
            <a:ext cx="7132320" cy="1417320"/>
          </a:xfrm>
          <a:prstGeom prst="rect">
            <a:avLst/>
          </a:prstGeom>
          <a:solidFill>
            <a:srgbClr val="0A20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448056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Generalization Requirement  (new in this run)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828032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No magic constants tuned to this simulation
• Prefer normalized signals (per-instance ratios)
• Adaptive thresholds derived from observed state are encouraged
• Policy must transfer to real llm-d deployments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How SkyDiscover Searches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OpenEvolve: island-based evolutionary search with LLM mutations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Initial
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always-admit
EVOLVE-BLOCK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51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
Mutation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Sonnet 4.5 (70%)
Opus 4.5 (30%)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937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Build
&amp;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2 workloads
× 2 seeds = 4 sims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23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96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
&amp; 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Combined score
feedback to DB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509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82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Island
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MAP-Elites
5 islands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578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FF"/>
                </a:solidFill>
              </a:rPr>
              <a:t>↺ repeat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971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Score Progression (30 iterations)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01568"/>
            <a:ext cx="6583680" cy="2560320"/>
          </a:xfrm>
          <a:prstGeom prst="rect">
            <a:avLst/>
          </a:prstGeom>
          <a:solidFill>
            <a:srgbClr val="081420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-137160" y="56631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0.62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91200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-137160" y="49804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0.70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08448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-137160" y="4297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0.78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25696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-137160" y="35295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0.87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57600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5734872"/>
            <a:ext cx="6583680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95160" y="5625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baseline 0.62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657600"/>
            <a:ext cx="658368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5160" y="35478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best  0.87</a:t>
            </a:r>
          </a:p>
        </p:txBody>
      </p:sp>
      <p:sp>
        <p:nvSpPr>
          <p:cNvPr id="44" name="Oval 43"/>
          <p:cNvSpPr/>
          <p:nvPr/>
        </p:nvSpPr>
        <p:spPr>
          <a:xfrm>
            <a:off x="292608" y="5661720"/>
            <a:ext cx="146304" cy="146304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062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D4D"/>
                </a:solidFill>
              </a:rPr>
              <a:t>iter 0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" y="3607490"/>
            <a:ext cx="146304" cy="146304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" y="345204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FF"/>
                </a:solidFill>
              </a:rPr>
              <a:t>iter 1</a:t>
            </a:r>
          </a:p>
        </p:txBody>
      </p:sp>
      <p:sp>
        <p:nvSpPr>
          <p:cNvPr id="48" name="Oval 47"/>
          <p:cNvSpPr/>
          <p:nvPr/>
        </p:nvSpPr>
        <p:spPr>
          <a:xfrm>
            <a:off x="1828800" y="3584448"/>
            <a:ext cx="146304" cy="14630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93392" y="34290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CC71"/>
                </a:solidFill>
              </a:rPr>
              <a:t>iter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Search 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4015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401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iterations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8221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822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build errors  (100% compile rate)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2428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iter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2428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oracle-level policy first found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iter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final best  (+0.3% refinement)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0840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~37s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084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per iteration  (~18 min total)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5046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2 seeds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5046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× 2 workloads = 4 sims/iter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What the LLM Discovered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Adaptive, normalized admission policy — found at iteration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Discovered Algorithm  (best_program.go, iter 7)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6217920" cy="5029200"/>
          </a:xfrm>
          <a:prstGeom prst="rect">
            <a:avLst/>
          </a:prstGeom>
          <a:solidFill>
            <a:srgbClr val="08142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10-second sliding window for load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082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</a:rPr>
              <a:t>perInstanceLoad = totalInFlight / numInstances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963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Bootstrap: estimate typicalLoad = 40 req/s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405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After 100 reqs: adapt from window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</a:rPr>
              <a:t>loadRatio = perInstanceLoad / typicalLoad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954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if sloClass == "critical"  → ADMIT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if sloClass == "standard"  → ADMIT always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2277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if sloClass == "batch":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9826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fairnessRatio = tenantReqs / avgTenantReqs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360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threshold = 0.50  // 50% of typical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737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  if fairnessRatio &gt; 1.5: threshold *= 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  if loadRatio &gt; threshold → REJECT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58698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if sloClass == "sheddable":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247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threshold = 0.75  // 75% of typical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6247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  if fairnessRatio &gt; 1.5: threshold *= 0.9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021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if loadRatio &gt; threshold → REJECT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Key Innovations vs Simple Oracle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664208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9516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Normalized load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06654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Uses loadRatio = perInstanceLoad / typicalLoad
instead of absolute threshold.
Generalizes across cluster sizes.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926080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60" y="2999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Adaptive capacity estimate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32841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Bootstraps with typicalLoad=40, then
learns from 10-second windows.
Self-calibrates to actual workload.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87952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4261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Tenant fairness correction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5902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Tenants consuming &gt;1.5× their fair share
face tighter thresholds (0.8× / 0.9×).
Prevents single tenant monopolizing.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449824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55229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Two-tier shedding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852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Batch shed at 50% load, sheddable at 75%.
Graduated response — not a cliff.
Maintains throughput near cap.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Results: +38.8% Over Always-Admit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Experiment: 260324_30i_nohint_2seed  •  OpenEvolve  •  2 seeds  •  2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00" cy="1828800"/>
          </a:xfrm>
          <a:prstGeom prst="rect">
            <a:avLst/>
          </a:prstGeom>
          <a:solidFill>
            <a:srgbClr val="162B40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Baseline
(always-admit)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4D4D"/>
                </a:solidFill>
              </a:rPr>
              <a:t>0.6266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SLO: 25%  |  Fair: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188720"/>
            <a:ext cx="4572000" cy="1828800"/>
          </a:xfrm>
          <a:prstGeom prst="rect">
            <a:avLst/>
          </a:prstGeom>
          <a:solidFill>
            <a:srgbClr val="162B40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2618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Best Evolved
(iter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7190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ECC71"/>
                </a:solidFill>
              </a:rPr>
              <a:t>0.8700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786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SLO: 84%  |  Fair: 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830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487168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+38.8%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186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Per-Workload Breakdown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30168"/>
            <a:ext cx="1453895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4" y="3648456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Workload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630168"/>
            <a:ext cx="1179576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9384" y="3648456"/>
            <a:ext cx="1124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3630168"/>
            <a:ext cx="813815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9544" y="364845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630168"/>
            <a:ext cx="950976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23944" y="3648456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SLO Attain.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630168"/>
            <a:ext cx="813815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75503" y="364845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Throughput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30168"/>
            <a:ext cx="859536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9903" y="364845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Fairness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3630168"/>
            <a:ext cx="1225295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0024" y="3648456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Avg E2E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630168"/>
            <a:ext cx="1316736" cy="347472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3648456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P95 E2E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023360"/>
            <a:ext cx="145389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4904" y="404164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overload_mixed_slo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4023360"/>
            <a:ext cx="117957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9384" y="4041648"/>
            <a:ext cx="1124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4023360"/>
            <a:ext cx="81381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9544" y="4041648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0.651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4023360"/>
            <a:ext cx="95097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23944" y="404164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30.2%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4023360"/>
            <a:ext cx="81381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75503" y="4041648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023360"/>
            <a:ext cx="85953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89903" y="404164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023360"/>
            <a:ext cx="122529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50024" y="4041648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6,783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4023360"/>
            <a:ext cx="131673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75904" y="404164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15,341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498848"/>
            <a:ext cx="145389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904" y="45171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overload_mixed_slo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4498848"/>
            <a:ext cx="117957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9384" y="4517136"/>
            <a:ext cx="1124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Evolved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4498848"/>
            <a:ext cx="81381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9544" y="4517136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0.869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69080" y="4498848"/>
            <a:ext cx="95097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23944" y="4517136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84.6%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4498848"/>
            <a:ext cx="81381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75503" y="4517136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498848"/>
            <a:ext cx="85953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89903" y="451713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73.0%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95160" y="4498848"/>
            <a:ext cx="122529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50024" y="4517136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1,178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4498848"/>
            <a:ext cx="131673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75904" y="451713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3,634 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974336"/>
            <a:ext cx="145389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4904" y="499262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bursty_adversary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74519" y="4974336"/>
            <a:ext cx="117957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9384" y="4992624"/>
            <a:ext cx="1124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Baseline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974336"/>
            <a:ext cx="81381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209544" y="4992624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0.598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69080" y="4974336"/>
            <a:ext cx="95097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23944" y="499262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19.6%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4974336"/>
            <a:ext cx="81381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175503" y="4992624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4974336"/>
            <a:ext cx="85953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89903" y="499262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95160" y="4974336"/>
            <a:ext cx="1225295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050024" y="4992624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11,384 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4974336"/>
            <a:ext cx="1316736" cy="420624"/>
          </a:xfrm>
          <a:prstGeom prst="rect">
            <a:avLst/>
          </a:prstGeom>
          <a:solidFill>
            <a:srgbClr val="2210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75904" y="4992624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22,898 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449824"/>
            <a:ext cx="145389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74904" y="5468112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bursty_adversary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4519" y="5449824"/>
            <a:ext cx="117957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929384" y="5468112"/>
            <a:ext cx="1124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Evolved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5449824"/>
            <a:ext cx="81381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209544" y="5468112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0.871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69080" y="5449824"/>
            <a:ext cx="95097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123944" y="546811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84.1%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0" y="5449824"/>
            <a:ext cx="81381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75503" y="5468112"/>
            <a:ext cx="75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35040" y="5449824"/>
            <a:ext cx="85953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89903" y="546811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75.2%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95160" y="5449824"/>
            <a:ext cx="1225295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050024" y="5468112"/>
            <a:ext cx="11704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1,217 ms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321040" y="5449824"/>
            <a:ext cx="1316736" cy="420624"/>
          </a:xfrm>
          <a:prstGeom prst="rect">
            <a:avLst/>
          </a:prstGeom>
          <a:solidFill>
            <a:srgbClr val="102A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75904" y="546811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4,018 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92640" y="3218688"/>
            <a:ext cx="2286000" cy="2377440"/>
          </a:xfrm>
          <a:prstGeom prst="rect">
            <a:avLst/>
          </a:prstGeom>
          <a:solidFill>
            <a:srgbClr val="0A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784080" y="3273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Latency
Improvement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84080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Avg E2E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84080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</a:rPr>
              <a:t>6.8×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84080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faster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84080" y="48280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P95 E2E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50474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</a:rPr>
              <a:t>5.7×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84080" y="5440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faster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Does It Transfer to Real llm-d?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Signal availability and deployment viability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8920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totalInFlight
/ numInstances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PRIMARY load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Router-local, fresh every request.
Available in llm-d routing plugin.
No Prometheus, no staleness.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sloClass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Request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From request header / metadata.
Needs custom header: X-SLO-Class.
One-time integration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652759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59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tenantID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Tenant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From auth/request headers.
Available in llm-d via middleware.
Used for fairness correction.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53872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88920" y="3611880"/>
            <a:ext cx="1188720" cy="347472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36210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totalQueueDepth
maxKVUtil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87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Stale cluster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9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Prometheus metrics, ~5s staleness.
Used as secondary signals only.
Not in the best evolved policy.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53872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20840" y="3611880"/>
            <a:ext cx="1188720" cy="347472"/>
          </a:xfrm>
          <a:prstGeom prst="rect">
            <a:avLst/>
          </a:prstGeom>
          <a:solidFill>
            <a:srgbClr val="CCDDEE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36210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N/A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11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outputTokens
cacheHitRate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087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Simulator-only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79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Not available in real llm-d router.
Best policy doesn't use these.
Safe to ignore.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53328"/>
            <a:ext cx="11521440" cy="548640"/>
          </a:xfrm>
          <a:prstGeom prst="rect">
            <a:avLst/>
          </a:prstGeom>
          <a:solidFill>
            <a:srgbClr val="0A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Deployment verdict: HIGH viability.  The best policy uses only totalInFlight (router-local) + sloClass + tenantID — all available in llm-d with minimal integration.  No simulator-only signals. Adaptive thresholds self-calibrate to real cluster behaviour.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we set up, what was discovered, what it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658368" cy="8046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37160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1207008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316736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4-instance qwen2.5-7b cluster at 2× overload (320 QPS). Multi-objective score: weighted SLO (50%) + capped throughput (30%) + Jain fairness (20%). Shed-tolerant: rejecting batch/sheddable is rewarded, not penalized.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31136"/>
            <a:ext cx="658368" cy="804672"/>
          </a:xfrm>
          <a:prstGeom prst="rect">
            <a:avLst/>
          </a:prstGeom>
          <a:solidFill>
            <a:srgbClr val="00C2F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2395728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2231136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340864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OpenEvolve found a normalised, adaptive policy in 30 iterations (18 min). Core logic: perInstanceLoad / typicalLoad as load signal, with self-calibrating typicalLoad estimate and per-tenant fairness correction. No hardcoded magic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55264"/>
            <a:ext cx="658368" cy="804672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341985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255264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364992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+38.8% combined score (0.627 → 0.870). Critical SLO attainment: 25% → 84%. Average E2E latency: 9,083 ms → 1,197 ms (6.8×). Throughput unchanged (full cap credit). Consistent across both workloads and both random seeds.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658368" cy="804672"/>
          </a:xfrm>
          <a:prstGeom prst="rect">
            <a:avLst/>
          </a:prstGeom>
          <a:solidFill>
            <a:srgbClr val="FF8C0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4443984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Prompt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4279392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438912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Removing the 'WINNING STRATEGY' hint (specific thresholds) forced real discovery. Adding a GENERALIZATION REQUIREMENT produced a more adaptive, deployable policy with much better fairness (0.741 vs 0.579 in the hinted run).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03520"/>
            <a:ext cx="658368" cy="804672"/>
          </a:xfrm>
          <a:prstGeom prst="rect">
            <a:avLst/>
          </a:prstGeom>
          <a:solidFill>
            <a:srgbClr val="DD88FF"/>
          </a:solidFill>
          <a:ln w="19050">
            <a:solidFill>
              <a:srgbClr val="D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546811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03520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D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5413248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Test at 1.5× overload (240 QPS) — more realistic production scenario. Multi-LLM validation with qwen14b. Transfer to real llm-d admission hook. Explore joint router + admission co-evolution.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1842</Words>
  <Application>Microsoft Macintosh PowerPoint</Application>
  <PresentationFormat>Custom</PresentationFormat>
  <Paragraphs>337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Mert Toslali</cp:lastModifiedBy>
  <cp:revision>3</cp:revision>
  <dcterms:created xsi:type="dcterms:W3CDTF">2013-01-27T09:14:16Z</dcterms:created>
  <dcterms:modified xsi:type="dcterms:W3CDTF">2026-03-24T20:04:59Z</dcterms:modified>
  <cp:category/>
</cp:coreProperties>
</file>