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BLIS Router Optimization — Experiment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SkyDiscover × OpenEvolve  •  50 iterations  •  March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120640" cy="2651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2ECC71"/>
                </a:solidFill>
                <a:latin typeface="Calibri"/>
              </a:defRPr>
            </a:pPr>
            <a:r>
              <a:t>+11.5%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improvement over best hand-tuned baseline (1:1)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  Found at iteration 16 of 50 — just ~10 minutes</a:t>
            </a:r>
          </a:p>
          <a:p>
            <a:pPr>
              <a:spcAft>
                <a:spcPts val="3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  0 build errors across all 50 iterations</a:t>
            </a: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  Beats the human-crafted oracle by +0.6%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80160"/>
            <a:ext cx="5760720" cy="26517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What this deck covers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55648"/>
            <a:ext cx="5394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How SkyDiscover + OpenEvolve works (workflow)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LLMs used as mutation engine (Claude Sonnet + Opus)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Seeds: what they are, why two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Mutator: what the LLM actually changed in the code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Prompt: what context we gave the LLM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Two workloads: general vs prefix-heavy traffic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Baselines: 6 algorithms we compared against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Results: per-workload breakdown with all baselines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→  Sim2Real: packaging the algorithm for real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Experiment: 260312_50i_openevolve_v2wl  •  qwen_7b eval  •  seeds 42+456  •  4×H100 cluster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Can an AI discover a better LLM routing algorithm</a:t>
            </a:r>
            <a:br/>
            <a:r>
              <a:t>than a human expert?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We gave SkyDiscover a routing function and an evaluator. It found +11.5% improvement in 10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Yes — and it independently rediscovered the same core idea as the human-crafted oracle.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3474720" cy="3520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3474720" cy="502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LLM clusters need smart routing to minimize latency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One prefix group can dominate → hotspot on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one server → queue builds up → slow responses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Hand-tuning routing weights is slow &amp; hard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788920"/>
            <a:ext cx="3474720" cy="3520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788920"/>
            <a:ext cx="3474720" cy="502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A0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918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SkyDiscover + OpenEvolve: LLM evolves Go code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Each iteration: mutate → build → simulate → score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50 iters, 2 seeds × 2 workloads per score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Claude Sonnet (70%) + Opus (30%) as mutators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88920"/>
            <a:ext cx="3474720" cy="35204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788920"/>
            <a:ext cx="3474720" cy="502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9184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+11.5% over best hand-tuned 1:1 baseline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+11.4% on prefix-heavy workload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+0.3%  on general-traffic workload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888899"/>
                </a:solidFill>
                <a:latin typeface="Calibri"/>
              </a:defRPr>
            </a:pPr>
            <a:r>
              <a:t>0 build errors  •  converged at iter 16</a:t>
            </a: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Beats human oracle v14 by +0.6%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Experiment: 260312_50i_openevolve_v2wl  • 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How SkyDiscover + OpenEvolve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Automated loop: LLM mutates code → simulator scores it → repeat 50×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Claude (Experiment Orchestrator)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91440" cy="66751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664208"/>
            <a:ext cx="4754880" cy="6675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3736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1.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73736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Reads config, sets env vars, creates output 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5000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05456"/>
            <a:ext cx="91440" cy="66751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2505456"/>
            <a:ext cx="4754880" cy="6675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786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0"/>
                </a:solidFill>
                <a:latin typeface="Calibri"/>
              </a:defRPr>
            </a:pPr>
            <a:r>
              <a:t>2.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7860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Runs skydiscover-run CLI → hands off to OpenEvolve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9125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46704"/>
            <a:ext cx="91440" cy="6675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3346704"/>
            <a:ext cx="4754880" cy="6675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4198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3.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19856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Checks logs every 2 min: best score, errors,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3250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87952"/>
            <a:ext cx="91440" cy="66751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187952"/>
            <a:ext cx="4754880" cy="6675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611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4. 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261104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Runs 4 scripts: compare, plot, effort, diffs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8737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91440" cy="6675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5029200"/>
            <a:ext cx="4754880" cy="667512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023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alibri"/>
              </a:defRPr>
            </a:pPr>
            <a:r>
              <a:t>5.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10235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Writes analysis.md with tables &amp; 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12984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0"/>
                </a:solidFill>
                <a:latin typeface="Calibri"/>
              </a:defRPr>
            </a:pPr>
            <a:r>
              <a:t>OpenEvolve Inner Loop (runs autonomously, 50×)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664208"/>
            <a:ext cx="1783080" cy="1783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9360" y="1737360"/>
            <a:ext cx="365760" cy="36576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2212848"/>
            <a:ext cx="16367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CC"/>
                </a:solidFill>
                <a:latin typeface="Calibri"/>
              </a:defRPr>
            </a:pPr>
            <a:r>
              <a:t>LLM mutates</a:t>
            </a:r>
            <a:br/>
            <a:r>
              <a:t>Go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1664208"/>
            <a:ext cx="1783080" cy="1783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12480" y="1737360"/>
            <a:ext cx="365760" cy="365760"/>
          </a:xfrm>
          <a:prstGeom prst="ellipse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2212848"/>
            <a:ext cx="16367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A0"/>
                </a:solidFill>
                <a:latin typeface="Calibri"/>
              </a:defRPr>
            </a:pPr>
            <a:r>
              <a:t>Build &amp;</a:t>
            </a:r>
            <a:br/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24160" y="1664208"/>
            <a:ext cx="1783080" cy="1783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15600" y="1737360"/>
            <a:ext cx="365760" cy="36576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97312" y="2212848"/>
            <a:ext cx="16367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42"/>
                </a:solidFill>
                <a:latin typeface="Calibri"/>
              </a:defRPr>
            </a:pPr>
            <a:r>
              <a:t>4 sims</a:t>
            </a:r>
            <a:br/>
            <a:r>
              <a:t>(2×seeds</a:t>
            </a:r>
            <a:br/>
            <a:r>
              <a:t>×2 WLs)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07240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527280" y="1664208"/>
            <a:ext cx="1783080" cy="1783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618720" y="1737360"/>
            <a:ext cx="365760" cy="3657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00432" y="2212848"/>
            <a:ext cx="16367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Calibri"/>
              </a:defRPr>
            </a:pPr>
            <a:r>
              <a:t>Score &amp;</a:t>
            </a:r>
            <a:br/>
            <a:r>
              <a:t>archive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310360" y="23591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30400" y="1664208"/>
            <a:ext cx="1783080" cy="17830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4721840" y="1737360"/>
            <a:ext cx="365760" cy="3657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703552" y="2212848"/>
            <a:ext cx="163677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Next</a:t>
            </a:r>
            <a:br/>
            <a:r>
              <a:t>iteration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6080760"/>
            <a:ext cx="11064240" cy="4114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614476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A0"/>
                </a:solidFill>
                <a:latin typeface="Calibri"/>
              </a:defRPr>
            </a:pPr>
            <a:r>
              <a:t>50 iterations  •  ~38s/iter  •  31.8 min total  •  0 build errors  •  Best at iter 16 (32% of budget)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OpenEvolve: 5 MAP-Elites islands, ring migration, population=40, 57.5% score diversity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How SkyDiscover + OpenEvolve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You provide three files. SkyDiscover does the rest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246120" cy="4480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0817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YOU PROVIDE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initial_program.go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Routing function with EVOLVE-BLOCK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markers — LLM may only edit inside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evaluator.py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Runs BLIS simulator, returns score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score = % latency improvement vs baseline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config.yaml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LLMs to use (Sonnet 70% + Opus 30%)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iterations=50, seeds, system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26440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B4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98448"/>
            <a:ext cx="3108960" cy="4480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08176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A0"/>
                </a:solidFill>
                <a:latin typeface="Calibri"/>
              </a:defRPr>
            </a:pPr>
            <a:r>
              <a:t>SKYDISCOVER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828800"/>
            <a:ext cx="2834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1. LLM generates a new routing variant</a:t>
            </a:r>
          </a:p>
          <a:p>
            <a:pPr>
              <a:spcAft>
                <a:spcPts val="3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 (only modifies the EVOLVE-BLOCK)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2. Builds &amp; validates Go code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3. Runs 4 simulations:</a:t>
            </a:r>
          </a:p>
          <a:p>
            <a:pPr>
              <a:spcAft>
                <a:spcPts val="3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 seed 42 × glia_40qps</a:t>
            </a:r>
          </a:p>
          <a:p>
            <a:pPr>
              <a:spcAft>
                <a:spcPts val="3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 seed 42 × glia_prefix_heavy</a:t>
            </a:r>
          </a:p>
          <a:p>
            <a:pPr>
              <a:spcAft>
                <a:spcPts val="3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 seed 456 × glia_40qps</a:t>
            </a:r>
          </a:p>
          <a:p>
            <a:pPr>
              <a:spcAft>
                <a:spcPts val="300"/>
              </a:spcAft>
              <a:defRPr sz="1000" b="0">
                <a:solidFill>
                  <a:srgbClr val="888899"/>
                </a:solidFill>
                <a:latin typeface="Calibri"/>
              </a:defRPr>
            </a:pPr>
            <a:r>
              <a:t>   seed 456 × glia_prefix_heavy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4. Archives program + score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5. Repeats 50 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26440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8C4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298448"/>
            <a:ext cx="2834640" cy="44805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408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YOU 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best_program.go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Drop-in replacement for routing.go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AI-discovered routing algorithm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best_program_info.json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Score, latencies, iteration, parent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analysis.md + 7 plots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Tables, convergence charts, diffs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sim2real package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Workloads + baselines + repro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Total runtime: 31.8 min  •  50 iterations  •  38s avg/iter  •  best found at iteration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LLM Configuration: Two Models, Weighted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Claude Sonnet 4-5 (70%) + Claude Opus 4-6 (30%) — used only for code mutation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07492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07492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Claude Sonnet 4-5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70% of all mutations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Why 70%?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Fast inference → shorter iteration cycles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High code quality at lower cost per call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Great at incremental refinement of existing code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ID: aws/claude-sonnet-4-5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Temperature: 1.0  (diverse mutations)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Max tokens: 32,000  (full Go code blocks)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Timeout: 120s  •  API: IBM LiteLLM proxy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Role in OpenEvolve: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Primary workhorse — exploitation mode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Refines existing good solutions in population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98448"/>
            <a:ext cx="507492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98448"/>
            <a:ext cx="50749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389888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Claude Opus 4-6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30% of all mutations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212848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Why 30%?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Most capable Claude model → bigger conceptual leaps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Better at novel algorithmic ideas &amp; restructuring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Slower but worth it for exploration diversity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Model ID: aws/claude-opus-4-6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Temperature: 1.0  (encourages creative mutations)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Max tokens: 32,000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Role in OpenEvolve: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Exploration mode — discovers new paradigms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Finds structurally different approaches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Key: these LLMs write routing code.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Evaluation uses qwen_7b — a different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Note: LLMs = mutation engine only. Evaluation runs qwen2.5-7b-instruct on 4×H100 for fair, reproducible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LLM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Two Claude models working together: one fast, one creative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1064240" cy="9601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Think of it like two engineers: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824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Sonnet (fast, reliable) generates 7 out of 10 mutations — great for small improvements.    Opus (powerful) generates 3 out of 10 — better at brand-new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349240" cy="3200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276088"/>
            <a:ext cx="3744468" cy="34747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276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70% of mutations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328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Claude Sonnet 4-5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workhorse — fast, high-quality code 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337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Short iteration cycles (model is fast)</a:t>
            </a:r>
          </a:p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Reliable Go code, few syntax errors</a:t>
            </a:r>
          </a:p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Great at refining existing good solutions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→  Temperature 1.0 for diverse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23160"/>
            <a:ext cx="5349240" cy="32004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5276088"/>
            <a:ext cx="1604772" cy="3474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2760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53288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Claude Opus 4-6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971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The creative — discovers big breakthroughs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3375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Most powerful Claude model available</a:t>
            </a:r>
          </a:p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Better at entirely new algorithm structures</a:t>
            </a:r>
          </a:p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✓  Finds what Sonnet misses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→  Worth the slower speed for exploration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Important: these LLMs mutate the routing code. Scoring uses qwen_7b — a separate inference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Random Seeds: Robustness Through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Seeds 42 and 456 — every evaluation runs both, result is the average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120640" cy="47548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Calibri"/>
              </a:defRPr>
            </a:pPr>
            <a:r>
              <a:t>What a seed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 seed initializes the traffic simulator's random number generator.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It determines: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Exact arrival times of each request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Which prefix group each request uses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Token lengths (drawn from distributions)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Burst timing (gamma-distributed)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Same algorithm + same seed = identical result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Same algorithm + different seed = different traffic pattern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Using two seeds prevents overfitting: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An algorithm that only works for one specific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traffic realization gets a lower average score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than one that generalizes across patterns.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1">
                <a:solidFill>
                  <a:srgbClr val="00B4A0"/>
                </a:solidFill>
                <a:latin typeface="Calibri"/>
              </a:defRPr>
            </a:pPr>
            <a:r>
              <a:t>Score = mean(% improvements across seed42 + seed456</a:t>
            </a:r>
          </a:p>
          <a:p>
            <a:pPr>
              <a:spcAft>
                <a:spcPts val="300"/>
              </a:spcAft>
              <a:defRPr sz="1100" b="0">
                <a:solidFill>
                  <a:srgbClr val="00B4A0"/>
                </a:solidFill>
                <a:latin typeface="Calibri"/>
              </a:defRPr>
            </a:pPr>
            <a:r>
              <a:t>         × 2 workloads = 4 simulation runs)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40680" cy="2267712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98448"/>
            <a:ext cx="5440680" cy="502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A0"/>
                </a:solidFill>
                <a:latin typeface="Calibri"/>
              </a:defRPr>
            </a:pPr>
            <a:r>
              <a:t>Seed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73936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Standard traffic realization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Normal burstiness patterns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Balanced prefix group arrivals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Representative of typical load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glia_40qps:    4314 ms baseline E2E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prefix_heavy:   790 ms baseline E2E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21608"/>
            <a:ext cx="5440680" cy="2267712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721608"/>
            <a:ext cx="5440680" cy="502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1304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Seed 456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97096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Stress-test traffic realization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Different burst timing patterns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Slightly different prefix skew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Tests robustness of the algorithm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Ensures generalization, not lucky draws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Robustness also validated w/ seed 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4 simulation runs per iteration: seed42×glia_40qps, seed42×prefix_heavy, seed456×glia_40qps, seed456×prefix_heavy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Why Two Seeds?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To make sure the algorithm works in general — not just for one lucky traffic draw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1064240" cy="7772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Analogy: You wouldn't judge a doctor on a single patient.</a:t>
            </a:r>
            <a:br/>
            <a:r>
              <a:t>We test every routing algorithm on two different random traffic scenarios, then average.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28600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5059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A0"/>
                </a:solidFill>
                <a:latin typeface="Calibri"/>
              </a:defRPr>
            </a:pPr>
            <a:r>
              <a:t>Evolved</a:t>
            </a:r>
            <a:br/>
            <a: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3246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084832"/>
            <a:ext cx="2944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42"/>
                </a:solidFill>
                <a:latin typeface="Calibri"/>
              </a:defRPr>
            </a:pPr>
            <a:r>
              <a:t>Seed 42: glia_40qps</a:t>
            </a:r>
            <a:br/>
            <a:r>
              <a:t>          prefix_heavy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108960"/>
            <a:ext cx="3246120" cy="9601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3182112"/>
            <a:ext cx="2944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7ACC"/>
                </a:solidFill>
                <a:latin typeface="Calibri"/>
              </a:defRPr>
            </a:pPr>
            <a:r>
              <a:t>Seed 456: glia_40qps</a:t>
            </a:r>
            <a:br/>
            <a:r>
              <a:t>           prefix_heavy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2860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286000"/>
            <a:ext cx="246888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359152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Average score</a:t>
            </a:r>
            <a:br/>
            <a:r>
              <a:t>(4 runs total)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26060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87000" y="2286000"/>
            <a:ext cx="1463040" cy="10058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78440" y="2359152"/>
            <a:ext cx="12984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+11.5%</a:t>
            </a:r>
            <a:br/>
            <a:r>
              <a:t>final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Why does this matter?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Without multi-seed, an algorithm could 'luck out' on a single traffic pattern and score well without actually being better.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With two seeds, the algorithm must prove it works across different traffic realizations.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In this experiment: seeds 42 and 456 both show consistent improvement — the +11.5% is real.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Note: post-experiment robustness validation also tested seed 789 — results remained consistent.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Each score = mean of % improvements across 4 runs  •  Robustness validated with 3 seeds post-experiment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The Mutator: What the LLM Actually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Only the EVOLVE-BLOCK region is editable — the rest of the router stays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88899"/>
                </a:solidFill>
                <a:latin typeface="Calibri"/>
              </a:defRPr>
            </a:pPr>
            <a:r>
              <a:t>BEFORE  (initial program — simple fixed weights)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49240" cy="4315968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888899"/>
                </a:solidFill>
                <a:latin typeface="Calibri"/>
              </a:defRPr>
            </a:pPr>
            <a:r>
              <a:t>// EVOLVE-BLOCK-START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scores := make(map[string]float64, ...)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for i, scorer := range ws.scorers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dimScores := scorer(req, snapshots)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for _, snap := range snapshots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s := dimScores[snap.ID]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if s &lt; 0 { s = 0 }  // clamp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if s &gt; 1 { s = 1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scores[snap.ID] += s * ws.weights[i]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// simple argmax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bestScore := -1.0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for _, snap := range snapshots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if scores[snap.ID] &gt; bestScore {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    bestScore = scores[snap.ID]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    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// ... tie-breaking ...</a:t>
            </a:r>
          </a:p>
          <a:p>
            <a:pPr>
              <a:spcAft>
                <a:spcPts val="300"/>
              </a:spcAft>
              <a:defRPr sz="900" b="0">
                <a:solidFill>
                  <a:srgbClr val="888899"/>
                </a:solidFill>
                <a:latin typeface="Calibri"/>
              </a:defRPr>
            </a:pPr>
            <a:r>
              <a:t>// EVOLVE-BLOCK-END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6208" y="129844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A0"/>
                </a:solidFill>
                <a:latin typeface="Calibri"/>
              </a:defRPr>
            </a:pPr>
            <a:r>
              <a:t>AFTER  (evolved by LLM at iteration 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645920"/>
            <a:ext cx="5349240" cy="4315968"/>
          </a:xfrm>
          <a:prstGeom prst="round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888899"/>
                </a:solidFill>
                <a:latin typeface="Calibri"/>
              </a:defRPr>
            </a:pPr>
            <a:r>
              <a:t>// EVOLVE-BLOCK-START</a:t>
            </a:r>
          </a:p>
          <a:p>
            <a:pPr>
              <a:spcAft>
                <a:spcPts val="300"/>
              </a:spcAft>
              <a:defRPr sz="900" b="0">
                <a:solidFill>
                  <a:srgbClr val="00B4A0"/>
                </a:solidFill>
                <a:latin typeface="Calibri"/>
              </a:defRPr>
            </a:pPr>
            <a:r>
              <a:t>// Pre-compute all scorer outputs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allDimScores := make([]map[string]float64,...)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for i, scorer := range ws.scorers { ... }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00B4A0"/>
                </a:solidFill>
                <a:latin typeface="Calibri"/>
              </a:defRPr>
            </a:pPr>
            <a:r>
              <a:t>// Fresh load signal — best for adaptive weighting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minInflight := ... // min across all instances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00B4A0"/>
                </a:solidFill>
                <a:latin typeface="Calibri"/>
              </a:defRPr>
            </a:pPr>
            <a:r>
              <a:t>// Find best prefix-affinity instance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bestPrefixID, bestPrefixScore := ...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900" b="0">
                <a:solidFill>
                  <a:srgbClr val="00B4A0"/>
                </a:solidFill>
                <a:latin typeface="Calibri"/>
              </a:defRPr>
            </a:pPr>
            <a:r>
              <a:t>// Adaptive weights: decay prefix when overloaded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aw := copy(ws.weights)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if delta := cachedLoad - minInflight; delta &gt; 0 {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  decay := 1.0 / (1.0 + 0.6*float64(delta))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  aw[0] = ws.weights[0] * decay // reduce prefix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  aw[1] = 1.0 - aw[0]          // boost load-bal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}</a:t>
            </a:r>
          </a:p>
          <a:p>
            <a:pPr>
              <a:spcAft>
                <a:spcPts val="300"/>
              </a:spcAft>
              <a:defRPr sz="900" b="0">
                <a:solidFill>
                  <a:srgbClr val="00B4A0"/>
                </a:solidFill>
                <a:latin typeface="Calibri"/>
              </a:defRPr>
            </a:pPr>
            <a:r>
              <a:t>// KV pressure penalty (&gt;90% util)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scores[id] -= 0.5*(KVUtil-0.9)/0.1  // if &gt;90%</a:t>
            </a:r>
          </a:p>
          <a:p>
            <a:pPr>
              <a:spcAft>
                <a:spcPts val="300"/>
              </a:spcAft>
              <a:defRPr sz="900" b="0">
                <a:solidFill>
                  <a:srgbClr val="2ECC71"/>
                </a:solidFill>
                <a:latin typeface="Calibri"/>
              </a:defRPr>
            </a:pPr>
            <a:r>
              <a:t>// Fresh tiebreaker: +0.01/(1+InFlight)</a:t>
            </a:r>
          </a:p>
          <a:p>
            <a:pPr>
              <a:spcAft>
                <a:spcPts val="300"/>
              </a:spcAft>
              <a:defRPr sz="900" b="0">
                <a:solidFill>
                  <a:srgbClr val="888899"/>
                </a:solidFill>
                <a:latin typeface="Calibri"/>
              </a:defRPr>
            </a:pPr>
            <a:r>
              <a:t>// EVOLVE-BLOCK-END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The EVOLVE-BLOCK marks the mutable region. LLM replaces everything between the markers. All else is locked.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Three Things the LLM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The LLM rewrote the routing logic — here's what changed and why it helps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1064240" cy="65836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The routing function has an 'editable zone' (EVOLVE-BLOCK). Everything inside it can be rewritten.</a:t>
            </a:r>
            <a:br/>
            <a:r>
              <a:t>Everything outside — the API, config loading, scorer pipeline — is locked and unchanged.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520440" cy="3931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20440" cy="502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0"/>
                </a:solidFill>
                <a:latin typeface="Calibri"/>
              </a:defRPr>
            </a:pPr>
            <a:r>
              <a:t>Innovation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Adaptive Prefix-Weight Decay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When the instance with the best cached prefix is overloaded (high InFlightRequests), reduce its routing weight.</a:t>
            </a:r>
            <a:br/>
            <a:br/>
            <a:r>
              <a:t>Formula: decay = 1 / (1 + 0.6 × load_delta)</a:t>
            </a:r>
            <a:br/>
            <a:br/>
            <a:r>
              <a:t>This prevents piling requests onto one hot instance just because it has a useful cache. The router balances cache benefit against load fairly.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2103120"/>
            <a:ext cx="3520440" cy="3931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24528" y="2103120"/>
            <a:ext cx="3520440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19456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  <a:latin typeface="Calibri"/>
              </a:defRPr>
            </a:pPr>
            <a:r>
              <a:t>Innovation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4688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KV Memory Pressure Penalty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88036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When an instance's KV cache is more than 90% full, subtract from its score.</a:t>
            </a:r>
            <a:br/>
            <a:br/>
            <a:r>
              <a:t>Formula: penalty = -0.5 × (KVUtil - 0.9) / 0.1</a:t>
            </a:r>
            <a:br/>
            <a:br/>
            <a:r>
              <a:t>Prevents routing to instances about to hit memory limits, which cause slow cache evictions and performance degradation.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2103120"/>
            <a:ext cx="3520440" cy="3931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2103120"/>
            <a:ext cx="3520440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6" y="2194560"/>
            <a:ext cx="3246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59B6"/>
                </a:solidFill>
                <a:latin typeface="Calibri"/>
              </a:defRPr>
            </a:pPr>
            <a:r>
              <a:t>Innovation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6" y="24688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Fresh Load Tiebreaker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2880360"/>
            <a:ext cx="3246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Use InFlightRequests (updated every call, zero lag) to break ties between equally-scored instances.</a:t>
            </a:r>
            <a:br/>
            <a:br/>
            <a:r>
              <a:t>Formula: bonus = +0.01 / (1 + InFlightRequests)</a:t>
            </a:r>
            <a:br/>
            <a:br/>
            <a:r>
              <a:t>Other load signals (QueueDepth, BatchSize) are 5 seconds stale. InFlightRequests is always fresh — it is the best tiebreaker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All three independently discovered by the LLM. The human oracle (v14) also uses adaptive weighting — different math, same insight.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Prompt Summary: What We Told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System message in config.yaml — context the LLM receives before writing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623560" cy="5120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System Prompt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3949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ROLE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Optimize a routing function for a 4-instance LLM cluster.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Goal: minimize E2E latency across two workloads.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1:1 router — fixed 0.5 prefix-affinity + 0.5 load-balance.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Strong on general traffic; vulnerable on skewed prefix.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SCORERS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ws.scorers[0] — prefix-affinity: ~1.0 for cached instance. FRESH.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ws.scorers[1] — load-balance: 1/(1+EffectiveLoad()). STALE.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SIGNALS</a:t>
            </a:r>
          </a:p>
          <a:p>
            <a:pPr>
              <a:spcAft>
                <a:spcPts val="30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  snap.InFlightRequests — FRESH. Best load signal. Use this.</a:t>
            </a:r>
          </a:p>
          <a:p>
            <a:pPr>
              <a:spcAft>
                <a:spcPts val="300"/>
              </a:spcAft>
              <a:defRPr sz="1100" b="0">
                <a:solidFill>
                  <a:srgbClr val="FF8C42"/>
                </a:solidFill>
                <a:latin typeface="Calibri"/>
              </a:defRPr>
            </a:pPr>
            <a:r>
              <a:t>  snap.KVUtilization — 5s stale. Good safety filter.</a:t>
            </a:r>
          </a:p>
          <a:p>
            <a:pPr>
              <a:spcAft>
                <a:spcPts val="300"/>
              </a:spcAft>
              <a:defRPr sz="1100" b="0">
                <a:solidFill>
                  <a:srgbClr val="E74C3C"/>
                </a:solidFill>
                <a:latin typeface="Calibri"/>
              </a:defRPr>
            </a:pPr>
            <a:r>
              <a:t>  snap.QueueDepth, BatchSize — 5s stale. Avoid as primary.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OPPORTUNITY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prefix_heavy has 6 prefix groups, skewed (45/18/12/10/8/7%).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Fixed weights create hotspot. Adaptive algo can win by 15%+.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RULES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1. Only modify EVOLVE-BLOCK  2. Valid Go  3. All instances scored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4. Don't remove load-balancing (prevents starvation)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98448"/>
            <a:ext cx="5394960" cy="5120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A0"/>
                </a:solidFill>
                <a:latin typeface="Calibri"/>
              </a:defRPr>
            </a:pPr>
            <a:r>
              <a:t>Design Choices &amp; Rationale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1206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mention the OPPORTUNITY?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Giving a concrete hint (hotspot problem) dramatically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speeds convergence. Without it, LLM wastes iterations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on random mutations that miss the key insight.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label FRESH vs STALE signals?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Stale signals are misleading under bursty load.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Telling the LLM which signals to trust directly led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to the InFlightRequests tiebreaker innovation.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Why the no-starvation rule?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Without it, LLMs over-specialize — ignoring load-balance.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This rule caused 100% build success (no degenerate code).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Score formula shown to LLM:</a:t>
            </a:r>
          </a:p>
          <a:p>
            <a:pPr>
              <a:spcAft>
                <a:spcPts val="300"/>
              </a:spcAft>
              <a:defRPr sz="1100" b="1">
                <a:solidFill>
                  <a:srgbClr val="00B4A0"/>
                </a:solidFill>
                <a:latin typeface="Calibri"/>
              </a:defRPr>
            </a:pPr>
            <a:r>
              <a:t>  score = mean % improvement over baseline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across both workloads. Positive = better.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Temperature: 1.0 throughout (encourages diversity)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Max tokens: 32,000 (full Go code fits)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Full system prompt in benchmarks/blis_router/config.yaml  •  OpenEvolve also provides top-k examples from its archive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What We Told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Simple English version of the system prompt — 5 key pieces of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98448"/>
            <a:ext cx="4407408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4407408" cy="502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413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Your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4133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Improve a Go routing function for a 4-server LLM cluster. Goal: minimize request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1298448"/>
            <a:ext cx="4407408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0056" y="1298448"/>
            <a:ext cx="4407408" cy="502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389888"/>
            <a:ext cx="413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0"/>
                </a:solidFill>
                <a:latin typeface="Calibri"/>
              </a:defRPr>
            </a:pPr>
            <a:r>
              <a:t>The current</a:t>
            </a:r>
            <a:br/>
            <a: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1801368"/>
            <a:ext cx="4133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Current router: 50% prefix-affinity + 50% load-balance. Works okay generally, but creates a hotspot when one prefix group dominates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28632" y="1298448"/>
            <a:ext cx="4407408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28632" y="1298448"/>
            <a:ext cx="4407408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65792" y="1389888"/>
            <a:ext cx="413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Calibri"/>
              </a:defRPr>
            </a:pPr>
            <a:r>
              <a:t>Signals you</a:t>
            </a:r>
            <a:br/>
            <a:r>
              <a:t>can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1801368"/>
            <a:ext cx="4133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InFlightRequests — instant, always fresh. Best load signal.</a:t>
            </a:r>
            <a:br/>
            <a:r>
              <a:t>KVUtilization — 5 seconds old. Good for detecting memory pressure.</a:t>
            </a:r>
            <a:br/>
            <a:r>
              <a:t>QueueDepth / BatchSize — also 5s stale. Use only as secondary.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11296"/>
            <a:ext cx="4407408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511296"/>
            <a:ext cx="4407408" cy="502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02736"/>
            <a:ext cx="413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The</a:t>
            </a:r>
            <a:br/>
            <a:r>
              <a:t>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14216"/>
            <a:ext cx="4133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 the prefix-heavy workload, 45% of requests want the same server.</a:t>
            </a:r>
            <a:br/>
            <a:r>
              <a:t>This causes a hotspot. An adaptive algorithm that backs off when the cached instance is busy can win by 15% or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0056" y="3511296"/>
            <a:ext cx="4407408" cy="20116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0056" y="3511296"/>
            <a:ext cx="4407408" cy="50292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3602736"/>
            <a:ext cx="41330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The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4014216"/>
            <a:ext cx="413308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1. Only change the EVOLVE-BLOCK region.</a:t>
            </a:r>
            <a:br/>
            <a:r>
              <a:t>2. Must be valid Go code (must compile).</a:t>
            </a:r>
            <a:br/>
            <a:r>
              <a:t>3. Don't eliminate load-balancing entirely.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Designed to give just enough context — without over-constraining the search or prescribing the algorithm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Two Evaluation 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glia_40qps (general traffic) and glia_prefix_heavy (skewed prefix traffic)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394960" cy="4937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5394960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89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ACC"/>
                </a:solidFill>
                <a:latin typeface="Calibri"/>
              </a:defRPr>
            </a:pPr>
            <a:r>
              <a:t>Workload 1: glia_40qps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General / mixed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67128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Traffic profile: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1000 requests at 40 QPS aggregate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Bursty arrivals (gamma distribution, CV=7.3)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90% ShareGPT-like: ~500 prompt, ~250 decode tokens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5% heavy-prompt (10× input tokens)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5% heavy-decode (10× output tokens)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No prefix caching — each request is unique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it tests: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Load-balance under bursty general traffic.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No prefix structure → routing relies on load signals.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Already near-optimal with fixed 1:1 weights.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007ACC"/>
                </a:solidFill>
                <a:latin typeface="Calibri"/>
              </a:defRPr>
            </a:pPr>
            <a:r>
              <a:t>Baseline (1:1) E2E:  4314 ms</a:t>
            </a:r>
          </a:p>
          <a:p>
            <a:pPr>
              <a:spcAft>
                <a:spcPts val="300"/>
              </a:spcAft>
              <a:defRPr sz="1200" b="0">
                <a:solidFill>
                  <a:srgbClr val="2ECC71"/>
                </a:solidFill>
                <a:latin typeface="Calibri"/>
              </a:defRPr>
            </a:pPr>
            <a:r>
              <a:t>Evolved E2E:          4303 ms  (+0.3%)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Challenging to improve — near physical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98448"/>
            <a:ext cx="5394960" cy="4937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98448"/>
            <a:ext cx="539496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898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Calibri"/>
              </a:defRPr>
            </a:pPr>
            <a:r>
              <a:t>Workload 2: glia_prefix_heavy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8288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alibri"/>
              </a:defRPr>
            </a:pPr>
            <a:r>
              <a:t>Prefix-heavy / skewed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67128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Traffic profile: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1500 requests at 85 QPS aggregate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6 prefix groups (A–F), 14,336-token shared prefixes</a:t>
            </a:r>
          </a:p>
          <a:p>
            <a:pPr>
              <a:spcAft>
                <a:spcPts val="300"/>
              </a:spcAft>
              <a:defRPr sz="1100" b="1">
                <a:solidFill>
                  <a:srgbClr val="FF8C42"/>
                </a:solidFill>
                <a:latin typeface="Calibri"/>
              </a:defRPr>
            </a:pPr>
            <a:r>
              <a:t>  •  Group A dominant: 45% of all requests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Groups B-E: 8–18% each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Group F: 7%, no prefix (random traffic)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•  Mixed SLO classes (batch / interactive / realtime)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it tests: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Prefix-affinity routing under heavy traffic skew.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Group A (45%) creates hotspot on instance 1.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Fixed weights fail here — adaptive weights win.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8C42"/>
                </a:solidFill>
                <a:latin typeface="Calibri"/>
              </a:defRPr>
            </a:pPr>
            <a:r>
              <a:t>Baseline (1:1) E2E:  790 ms</a:t>
            </a: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Evolved E2E:          700 ms  (+11.4%)</a:t>
            </a:r>
          </a:p>
          <a:p>
            <a:pPr>
              <a:spcAft>
                <a:spcPts val="300"/>
              </a:spcAft>
              <a:defRPr sz="1100" b="1">
                <a:solidFill>
                  <a:srgbClr val="FF8C42"/>
                </a:solidFill>
                <a:latin typeface="Calibri"/>
              </a:defRPr>
            </a:pPr>
            <a:r>
              <a:t>← This is where the big improvement comes from!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Both workloads run in BLIS discrete-event simulator  •  Model: qwen2.5-7b-instruct on 4×H100 GPUs  •  vLLM v0.11.0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Two Workloads — Two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One tests general balance. The other tests hotspot handling under skewed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1064240" cy="65836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Think of 4 servers as 4 cafeterias.  Workload 1 = customers choosing randomly.  Workload 2 = 45% of all customers want the same cafeteria.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394960" cy="4133087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  <a:latin typeface="Calibri"/>
              </a:defRPr>
            </a:pPr>
            <a:r>
              <a:t>glia_40qps — General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42032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↓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542032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↓ 25%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2542032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↓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39896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9896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2542032"/>
            <a:ext cx="804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↓ 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033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Requests arrive randomly. No prefix groups.</a:t>
            </a:r>
            <a:br/>
            <a:r>
              <a:t>The router just needs to spread load evenly.</a:t>
            </a:r>
            <a:br/>
            <a:br/>
            <a:r>
              <a:t>Already handled well by the 1:1 baseline.</a:t>
            </a:r>
            <a:br/>
            <a:r>
              <a:t>→ Only +0.3% improvement from evolved algorithm.</a:t>
            </a:r>
            <a:br/>
            <a:br/>
            <a:r>
              <a:t>1000 requests  •  40 QPS  •  Bursty (gamma, CV=7.3)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03120"/>
            <a:ext cx="5394960" cy="4133087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Calibri"/>
              </a:defRPr>
            </a:pPr>
            <a:r>
              <a:t>glia_prefix_heavy — Skewed Traffic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48716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8C42"/>
                </a:solidFill>
                <a:latin typeface="Calibri"/>
              </a:defRPr>
            </a:pPr>
            <a:r>
              <a:t>45%↓↓↓↓↓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48716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Calibri"/>
              </a:defRPr>
            </a:pPr>
            <a:r>
              <a:t>18%↓↓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22208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48716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12%↓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0616" y="2724912"/>
            <a:ext cx="804672" cy="868680"/>
          </a:xfrm>
          <a:prstGeom prst="roundRect">
            <a:avLst/>
          </a:prstGeom>
          <a:solidFill>
            <a:srgbClr val="444455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0616" y="2724912"/>
            <a:ext cx="8046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GPU</a:t>
            </a:r>
            <a:br/>
            <a:r>
              <a:t>Srv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0616" y="248716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8899"/>
                </a:solidFill>
                <a:latin typeface="Calibri"/>
              </a:defRPr>
            </a:pPr>
            <a:r>
              <a:t>10%↓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7033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45% of requests all go to server 1 (prefix group A).</a:t>
            </a:r>
            <a:br/>
            <a:r>
              <a:t>This creates a hotspot — queue builds up → slow!</a:t>
            </a:r>
            <a:br/>
            <a:br/>
            <a:r>
              <a:t>The evolved algorithm detects the overload and</a:t>
            </a:r>
            <a:br/>
            <a:r>
              <a:t>dynamically shifts some requests to other servers.</a:t>
            </a:r>
            <a:br/>
            <a:r>
              <a:t>→ +11.4% improvement  (7× bigger win!)</a:t>
            </a:r>
            <a:br/>
            <a:br/>
            <a:r>
              <a:t>1500 requests  •  85 QPS  •  6 prefix groups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The prefix-heavy workload is where adaptive routing matters most — and where SkyDiscover's discovery shines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Baselines: Six Routing Algorithms We Compared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From naive queue-depth routing to carefully hand-crafted adaptive oracle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73152" cy="8686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42"/>
                </a:solidFill>
                <a:latin typeface="Calibri"/>
              </a:defRPr>
            </a:pPr>
            <a:r>
              <a:t>LLQ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Least Loaded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-61% vs 1:1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Routes to instance with shortest QueueDepth. Stale (5s) signal — outdated by the time routing happens. Fails badly under bursty 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1298448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73368" y="1298448"/>
            <a:ext cx="73152" cy="86868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371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170078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Least Outstanding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9448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-11.6% vs 1:1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1920240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Routes to instance with fewest InFlightRequests. Fresh signal, good load balance. But ignores prefix affinity entirely — poor cache hit rates.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95144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95144"/>
            <a:ext cx="73152" cy="868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368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Glia HRA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9748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Head-Room Allocator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368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-14.3% vs 1:1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16936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KV-aware: estimates free blocks, projects request cost, applies safety fraction. Good at avoiding OOM but complex calc — slightly worse than 1:1.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3368" y="2295144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3368" y="2295144"/>
            <a:ext cx="73152" cy="868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368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1:1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269748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Fixed 50/50 Prefix + Load-Balance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3682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0% (control)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2916936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Our control baseline. 50% prefix-affinity + 50% load-balance, fixed weights. Simple, robust. Strong on general traffic; weak on skewed prefix workloads.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291840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291840"/>
            <a:ext cx="73152" cy="86868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3649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0"/>
                </a:solidFill>
                <a:latin typeface="Calibri"/>
              </a:defRPr>
            </a:pPr>
            <a:r>
              <a:t>3:2:2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69417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Weighted 3:2:2 Prefix+LB+KV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364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-0.7% vs 1:1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913632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Hand-tuned weights: 3 prefix + 2 load-balance + 2 KV. Nearly identical to 1:1. Weight tuning alone is insufficient — algorithm structure matters more.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73368" y="3291840"/>
            <a:ext cx="5321808" cy="8686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3368" y="3291840"/>
            <a:ext cx="73152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33649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Oracle v14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6248" y="369417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Hand-crafted Adaptive Router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3364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Best human (Evolved beats by +0.6%)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3913632"/>
            <a:ext cx="5001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Best human-engineered baseline. Uses adaptive prefix decay with a hard threshold at 1.8× avg load. Very close to evolved — AI found a better math.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943600"/>
            <a:ext cx="11064240" cy="47548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9984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Ranking (combined, lower E2E = better):   Evolved  ≈  Oracle v14  &gt;  1:1  ≈  3:2:2  &gt;  LOR  &gt;  Glia  &gt;&gt;  LLQ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All baselines measured: same workloads, same seeds (42+456), same model (qwen_7b) as the evolved algorithm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Baselines: The Competition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Lower latency = better  •  Two workloads side by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2336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Calibri"/>
              </a:defRPr>
            </a:pPr>
            <a:r>
              <a:t>LLQ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1405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77981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  <a:latin typeface="Calibri"/>
              </a:defRPr>
            </a:pPr>
            <a:r>
              <a:t>Glia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7050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3626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CC"/>
                </a:solidFill>
                <a:latin typeface="Calibri"/>
              </a:defRPr>
            </a:pPr>
            <a:r>
              <a:t>1:1 (ctrl)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696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9272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0"/>
                </a:solidFill>
                <a:latin typeface="Calibri"/>
              </a:defRPr>
            </a:pPr>
            <a:r>
              <a:t>3:2:2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8341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4917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Calibri"/>
              </a:defRPr>
            </a:pPr>
            <a:r>
              <a:t>Oracle v14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43986" y="1298448"/>
            <a:ext cx="1765917" cy="658368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0562" y="1344168"/>
            <a:ext cx="169276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B4A0"/>
                </a:solidFill>
                <a:latin typeface="Calibri"/>
              </a:defRPr>
            </a:pPr>
            <a:r>
              <a:t>Evolved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057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glia_40qps E2E latency (ms) — lower is better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36292"/>
            <a:ext cx="1601325" cy="22357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080260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6357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2845" y="3004507"/>
            <a:ext cx="1601325" cy="15674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7125" y="2748475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4457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8490" y="3054799"/>
            <a:ext cx="1601325" cy="151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2770" y="2798767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4314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4136" y="3055854"/>
            <a:ext cx="1601325" cy="1516145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8416" y="2799822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4311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9781" y="3058668"/>
            <a:ext cx="1601325" cy="15133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4061" y="2802636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4303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35426" y="3058668"/>
            <a:ext cx="1601325" cy="151333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9706" y="2802636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4303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58668"/>
            <a:ext cx="10936224" cy="16459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817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prefix_heavy E2E latency (ms) — lower is better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45528"/>
            <a:ext cx="1601325" cy="140099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789496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1300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2845" y="5498156"/>
            <a:ext cx="1601325" cy="948363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7125" y="5242124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880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8490" y="5595148"/>
            <a:ext cx="1601325" cy="851371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2770" y="5339116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790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4136" y="5564973"/>
            <a:ext cx="1601325" cy="881546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416" y="5308941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818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9781" y="5685673"/>
            <a:ext cx="1601325" cy="76084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4061" y="5429641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706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35426" y="5692140"/>
            <a:ext cx="1601325" cy="75438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9706" y="5436108"/>
            <a:ext cx="169276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700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692140"/>
            <a:ext cx="10936224" cy="16459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Key insight: on glia_40qps all hand-tuned algorithms are nearly tied. Differentiation is on prefix_heavy.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Results: +11.5% vs Best Hand-Tuned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Per-workload breakdown  •  qwen_7b  •  seeds 42+456  •  evolved at iteration 16/50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9692640" cy="438912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35024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93976" y="1335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glia_40qps</a:t>
            </a:r>
            <a:br/>
            <a:r>
              <a:t>E2E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7016" y="133502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vs Evolved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6" y="13350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prefix_heavy</a:t>
            </a:r>
            <a:br/>
            <a:r>
              <a:t>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6" y="1335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vs Evolved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133502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  <a:br/>
            <a:r>
              <a:t>vs 1:1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55648"/>
            <a:ext cx="969264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90195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74C3C"/>
                </a:solidFill>
                <a:latin typeface="Calibri"/>
              </a:defRPr>
            </a:pPr>
            <a:r>
              <a:t>LLQ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1901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6357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190195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+31.0%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9019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1300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9019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+46.2%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190195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+42.0%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969264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59689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59B6"/>
                </a:solidFill>
                <a:latin typeface="Calibri"/>
              </a:defRPr>
            </a:pPr>
            <a:r>
              <a:t>Glia 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3976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4457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259689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+3.6%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6" y="259689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880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5968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+20.6%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59689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+17.8%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45536"/>
            <a:ext cx="969264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2918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A0"/>
                </a:solidFill>
                <a:latin typeface="Calibri"/>
              </a:defRPr>
            </a:pPr>
            <a:r>
              <a:t>3:2:2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3976" y="3291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4311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32918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6" y="329184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818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3291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+14.4%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4696" y="32918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+10.9%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40480"/>
            <a:ext cx="969264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398678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ACC"/>
                </a:solidFill>
                <a:latin typeface="Calibri"/>
              </a:defRPr>
            </a:pPr>
            <a:r>
              <a:t>1:1 (ctrl)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93976" y="39867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4314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7016" y="39867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+0.3%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6" y="39867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790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39867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+11.4%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54696" y="39867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+11.5%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35424"/>
            <a:ext cx="9692640" cy="658368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468172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Oracle v14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93976" y="46817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4303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7016" y="46817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≈same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7176" y="4681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 706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46817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+0.9%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4696" y="468172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ECC71"/>
                </a:solidFill>
                <a:latin typeface="Calibri"/>
              </a:defRPr>
            </a:pPr>
            <a:r>
              <a:t>+0.6%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230368"/>
            <a:ext cx="9692640" cy="658368"/>
          </a:xfrm>
          <a:prstGeom prst="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230368"/>
            <a:ext cx="73152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53766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Evolved 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93976" y="53766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4303 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57016" y="53766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37176" y="53766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700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91656" y="53766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 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54696" y="537667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0% (ref)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77840"/>
            <a:ext cx="9692640" cy="411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650992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A0"/>
                </a:solidFill>
                <a:latin typeface="Calibri"/>
              </a:defRPr>
            </a:pPr>
            <a:r>
              <a:t>P95:  glia_40qps — 1:1=17,241ms → Evolved=16,813ms (+2.5%)   |   prefix_heavy — 1:1=1,909ms → Evolved=1,435ms (+24.8%)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87000" y="1298448"/>
            <a:ext cx="1691640" cy="470916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78440" y="1389888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Score trajectory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78440" y="17556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Iter 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40" y="2011680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+0%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78440" y="25603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Iter 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78440" y="2816352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+7.2%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78440" y="336499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Iter 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78440" y="3621024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A0"/>
                </a:solidFill>
                <a:latin typeface="Calibri"/>
              </a:defRPr>
            </a:pPr>
            <a:r>
              <a:t>+10.7%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416966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Iter 16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4425696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+11.5%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78440" y="49743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Iter 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78440" y="5230368"/>
            <a:ext cx="1508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+11.5%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Score = 0.5×E2E + 0.5×P95 per workload, improvement = mean(1 - evolved/baseline)  •  Best at iter 16 of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Results: Per-Workload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Lower latency = better  •  Evolved (★) vs all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521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Evolved:   glia_40qps = 4303 ms  (+0.3% vs 1:1)   |   prefix_heavy = 700 ms  (+11.4% vs 1:1)   |   Combined = +11.5%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glia_40qps — E2E Latency (ms)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2065995"/>
            <a:ext cx="763524" cy="24145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LLQ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828251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6357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95044" y="2787667"/>
            <a:ext cx="763524" cy="16928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675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Glia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756" y="2549923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4457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6584" y="2841983"/>
            <a:ext cx="763524" cy="1638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829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1:1</a:t>
            </a:r>
            <a:br/>
            <a:r>
              <a:t>(ctrl)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2604239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4314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8124" y="2843122"/>
            <a:ext cx="763524" cy="1637437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983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3:2:2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9836" y="2605378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4311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9664" y="2846161"/>
            <a:ext cx="763524" cy="163439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137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Oracle</a:t>
            </a:r>
            <a:br/>
            <a:r>
              <a:t>v14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51376" y="2608417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4303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61204" y="2846161"/>
            <a:ext cx="763524" cy="163439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291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Evolved</a:t>
            </a:r>
            <a:br/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2916" y="2608417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4303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846161"/>
            <a:ext cx="5349240" cy="16459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6642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prefix_heavy — E2E Latency (ms)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2188028"/>
            <a:ext cx="763524" cy="2292531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LLQ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1950284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74C3C"/>
                </a:solidFill>
                <a:latin typeface="Calibri"/>
              </a:defRPr>
            </a:pPr>
            <a:r>
              <a:t>1300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5764" y="2928692"/>
            <a:ext cx="763524" cy="1551867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747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Glia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7476" y="2690948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59B6"/>
                </a:solidFill>
                <a:latin typeface="Calibri"/>
              </a:defRPr>
            </a:pPr>
            <a:r>
              <a:t>880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7304" y="3087406"/>
            <a:ext cx="763524" cy="1393153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1:1</a:t>
            </a:r>
            <a:br/>
            <a:r>
              <a:t>(ctrl)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9016" y="2849662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7ACC"/>
                </a:solidFill>
                <a:latin typeface="Calibri"/>
              </a:defRPr>
            </a:pPr>
            <a:r>
              <a:t>790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38844" y="3038028"/>
            <a:ext cx="763524" cy="1442531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055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3:2:2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0556" y="2800284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818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30384" y="3235539"/>
            <a:ext cx="763524" cy="12450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1209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Oracle</a:t>
            </a:r>
            <a:br/>
            <a:r>
              <a:t>v14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2997795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ECC71"/>
                </a:solidFill>
                <a:latin typeface="Calibri"/>
              </a:defRPr>
            </a:pPr>
            <a:r>
              <a:t>706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21924" y="3246120"/>
            <a:ext cx="763524" cy="12344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03636" y="4517136"/>
            <a:ext cx="8001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Evolved</a:t>
            </a:r>
            <a:br/>
            <a:r>
              <a:t>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3636" y="3008376"/>
            <a:ext cx="8001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A0"/>
                </a:solidFill>
                <a:latin typeface="Calibri"/>
              </a:defRPr>
            </a:pPr>
            <a:r>
              <a:t>700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246120"/>
            <a:ext cx="5349240" cy="16459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5029200"/>
            <a:ext cx="11064240" cy="1143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1206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glia_40qps: all hand-tuned algorithms are already near-optimal. The evolved algorithm matches the very best (Oracle v14).</a:t>
            </a:r>
          </a:p>
          <a:p>
            <a:pPr>
              <a:spcAft>
                <a:spcPts val="3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prefix_heavy: adaptive prefix-weight decay delivers a clear win. AI independently discovered the same core insight as the human oracle — but with better math.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★ = best_program.go from iter 16  •  P95: glia_40qps +2.5%, prefix_heavy +24.8%  •  0 build errors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Sim2Real Transfer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sim2real/blis_router/ — everything needed to validate and deploy the evolved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5349240" cy="5120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074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A0"/>
                </a:solidFill>
                <a:latin typeface="Calibri"/>
              </a:defRPr>
            </a:pPr>
            <a:r>
              <a:t>Package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50749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sim2real/blis_router/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README.md — instructions &amp; sim2real story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llm_config.yaml — hardware &amp; cluster config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repro.py — standalone reproduction script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8C42"/>
                </a:solidFill>
                <a:latin typeface="Calibri"/>
              </a:defRPr>
            </a:pPr>
            <a:r>
              <a:t>  workloads/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workload_glia_40qps.yaml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workload_glia_prefix_heavy.yaml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  baselines/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baseline_1_1.go  — 50/50 control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baseline_llq.go  — LLQ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baseline_glia.go — Glia HRA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baseline_lor.go  — LOR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  best/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best_program.go        — AI router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best_program_info.json — metrics &amp; lineage</a:t>
            </a:r>
          </a:p>
          <a:p>
            <a:pPr>
              <a:spcAft>
                <a:spcPts val="300"/>
              </a:spcAft>
              <a:defRPr sz="6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routing_config/routing_policy.yaml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others/hardware_config.json, evaluator.py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others/baseline_comparison.json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98448"/>
            <a:ext cx="5532120" cy="23317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Critical for Sim2Real Transfer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3035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a) Workloads — must match exactly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QPS, prefix sizes, token dists, SLO classes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b) LLM config — Qwen2.5-7B, 4×H100, TP=1, vLLM v0.11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Different model → different absolute latencies</a:t>
            </a: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c) Both algorithms — baseline_1_1.go AND best_program.go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Run both → compute improvement vs your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67328"/>
            <a:ext cx="5532120" cy="2651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8862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976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Workload         Metric      Baseline  Evolved    Gain</a:t>
            </a:r>
          </a:p>
          <a:p>
            <a:pPr>
              <a:spcAft>
                <a:spcPts val="300"/>
              </a:spcAft>
              <a:defRPr sz="900" b="0">
                <a:solidFill>
                  <a:srgbClr val="888899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glia_40qps     E2E mean   ~4314 ms  ~4303 ms   +0.3%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glia_40qps     E2E P95    ~17241ms  ~16813ms   +2.5%</a:t>
            </a:r>
          </a:p>
          <a:p>
            <a:pPr>
              <a:spcAft>
                <a:spcPts val="30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prefix_heavy   E2E mean    ~790 ms   ~700 ms  +11.4%</a:t>
            </a:r>
          </a:p>
          <a:p>
            <a:pPr>
              <a:spcAft>
                <a:spcPts val="30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prefix_heavy   E2E P95    ~1909 ms  ~1435 ms  +24.8%</a:t>
            </a:r>
          </a:p>
          <a:p>
            <a:pPr>
              <a:spcAft>
                <a:spcPts val="300"/>
              </a:spcAft>
              <a:defRPr sz="5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Combined improvement (evaluator formula):  ~+11.5%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Viability: HIGH — InFlightRequests (router-local, FRESH) + KVUtil (Prometheus ~5s) — all available in real llm-d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109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888899"/>
                </a:solidFill>
                <a:latin typeface="Calibri"/>
              </a:defRPr>
            </a:pPr>
            <a:r>
              <a:t>vB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Calibri"/>
              </a:defRPr>
            </a:pPr>
            <a:r>
              <a:t>From Simulation to Real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4A0"/>
                </a:solidFill>
                <a:latin typeface="Calibri"/>
              </a:defRPr>
            </a:pPr>
            <a:r>
              <a:t>The sim2real package makes it easy to reproduce results and validate on a real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1064240" cy="658368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The evolved router was discovered in simulation. The sim2real package bundles everything you need to run both the baseline and evolved router on a real cluster — and verify the gains 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21408"/>
            <a:ext cx="3520440" cy="4133087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3520440" cy="502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A0"/>
                </a:solidFill>
                <a:latin typeface="Calibri"/>
              </a:defRPr>
            </a:pPr>
            <a:r>
              <a:t>What to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24328"/>
            <a:ext cx="32461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 Run baseline_1_1.go (control)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Standard 50/50 prefix/load router.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Establish your control latency numbers.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 Run best_program.go (evolved)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Drop-in replacement for routing.go.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Same config, same workloads.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 Compare the two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The repro.py script prints a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comparison table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121408"/>
            <a:ext cx="3520440" cy="4133087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2121408"/>
            <a:ext cx="3520440" cy="502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2212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  <a:latin typeface="Calibri"/>
              </a:defRPr>
            </a:pPr>
            <a:r>
              <a:t>Three Critical Things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624328"/>
            <a:ext cx="32461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a)  Use the exact workload specs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QPS, prefix sizes, token distributions,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SLO classes — all matter for sim fidelity.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b)  Match the LLM &amp; hardware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Qwen2.5-7B-Instruct on 4×H100, TP=1,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vLLM v0.11.0. Different model = different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absolute latency — gains still hold.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c)  Always compare vs baseline_1_1.go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  Don't judge absolute ms — judge the delta.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121408"/>
            <a:ext cx="3520440" cy="4133087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2121408"/>
            <a:ext cx="3520440" cy="502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6" y="2212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What to Expect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2624328"/>
            <a:ext cx="32461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glia_40qps workload: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Baseline: ~4314 ms E2E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Evolved:  ~4303 ms E2E</a:t>
            </a:r>
          </a:p>
          <a:p>
            <a:pPr>
              <a:spcAft>
                <a:spcPts val="300"/>
              </a:spcAft>
              <a:defRPr sz="1100" b="0">
                <a:solidFill>
                  <a:srgbClr val="888899"/>
                </a:solidFill>
                <a:latin typeface="Calibri"/>
              </a:defRPr>
            </a:pPr>
            <a:r>
              <a:t>  Gain:     +0.3%  (small, already optimal)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prefix_heavy workload: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Baseline: ~790 ms E2E</a:t>
            </a:r>
          </a:p>
          <a:p>
            <a:pPr>
              <a:spcAft>
                <a:spcPts val="30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  Evolved:  ~700 ms E2E</a:t>
            </a:r>
          </a:p>
          <a:p>
            <a:pPr>
              <a:spcAft>
                <a:spcPts val="30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  Gain:     +11.4%  (large!)</a:t>
            </a:r>
          </a:p>
          <a:p>
            <a:pPr>
              <a:spcAft>
                <a:spcPts val="300"/>
              </a:spcAft>
              <a:defRPr sz="700" b="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 signals are production-available: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InFlightRequests — router-local, FRESH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KVUtilization — Prometheus, ~5s stale</a:t>
            </a:r>
          </a:p>
          <a:p>
            <a:pPr>
              <a:spcAft>
                <a:spcPts val="3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  Prefix-affinity — router LRU, 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Deployment viability: HIGH  •  No simulator-only constructs used  •  All signals available in real llm-d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